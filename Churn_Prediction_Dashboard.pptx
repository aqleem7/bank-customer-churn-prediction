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ufhVmG6coHKs+Mv5ENTQyH1HX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b2f653d5d_0_704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b2f653d5d_0_704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b2f653d5d_0_70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b2f653d5d_0_704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b2f653d5d_0_704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b2f653d5d_0_7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b2f653d5d_0_711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b2f653d5d_0_711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b2f653d5d_0_7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b2f653d5d_0_71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b2f653d5d_0_71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b2f653d5d_0_71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b2f653d5d_0_7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b2f653d5d_0_720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b2f653d5d_0_720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b2f653d5d_0_720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b2f653d5d_0_720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b2f653d5d_0_7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b2f653d5d_0_72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b2f653d5d_0_7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b2f653d5d_0_729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b2f653d5d_0_729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b2f653d5d_0_729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b2f653d5d_0_7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b2f653d5d_0_734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b2f653d5d_0_7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b2f653d5d_0_737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b2f653d5d_0_737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b2f653d5d_0_737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b2f653d5d_0_737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b2f653d5d_0_737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b2f653d5d_0_7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b2f653d5d_0_744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b2f653d5d_0_7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b2f653d5d_0_747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b2f653d5d_0_747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b2f653d5d_0_747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b2f653d5d_0_7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2f653d5d_0_7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b2f653d5d_0_7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g39b2f653d5d_0_75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g39b2f653d5d_0_7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9b2f653d5d_0_7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9b2f653d5d_0_7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b2f653d5d_0_700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b2f653d5d_0_700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b2f653d5d_0_7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Bank Customer Churn Prediction</a:t>
            </a:r>
            <a:endParaRPr/>
          </a:p>
        </p:txBody>
      </p:sp>
      <p:sp>
        <p:nvSpPr>
          <p:cNvPr id="70" name="Google Shape;70;p1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Dashboard Analysis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76" name="Google Shape;76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I used a Banking Customer Churn Prediction dataset from Kaggle.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After cleaning and preprocessing the data, I trained a machine learning model.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model predicts which customers will stay and which will churn based on their previous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Overview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/>
              <a:t>The Power BI dashboard shows churn analysis using different visuals.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●"/>
            </a:pPr>
            <a:r>
              <a:rPr lang="en-US"/>
              <a:t>We can filter and explore data using slicers and view important features affecting churn.</a:t>
            </a:r>
            <a:endParaRPr/>
          </a:p>
        </p:txBody>
      </p:sp>
      <p:pic>
        <p:nvPicPr>
          <p:cNvPr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2639960"/>
            <a:ext cx="8229601" cy="394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Slicers Functionality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slicers allow filtering by Geography, Exited status, and Prediction status.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These slicers help focus on specific customer groups for detailed analysis.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713813"/>
            <a:ext cx="8229600" cy="933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Importance Score</a:t>
            </a:r>
            <a:endParaRPr/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3701733" y="1417638"/>
            <a:ext cx="4654446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This visual shows which features are most important for churn prediction.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‘NumOfProducts’, ‘Age’, and ‘IsActiveMember’ have high importance scores.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This means these features strongly affect whether a customer will churn or not.</a:t>
            </a:r>
            <a:endParaRPr/>
          </a:p>
        </p:txBody>
      </p:sp>
      <p:pic>
        <p:nvPicPr>
          <p:cNvPr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638"/>
            <a:ext cx="2657846" cy="4439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Cards </a:t>
            </a:r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Total Customers:</a:t>
            </a:r>
            <a:r>
              <a:rPr lang="en-US" sz="2200"/>
              <a:t> Shows the total number of customers in the dataset used for analysis.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Actual Churns:</a:t>
            </a:r>
            <a:r>
              <a:rPr lang="en-US" sz="2200"/>
              <a:t> Displays how many customers actually left the bank based on real data.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Predicted Churns:</a:t>
            </a:r>
            <a:r>
              <a:rPr lang="en-US" sz="2200"/>
              <a:t> Shows how many customers the model predicted will leave the bank.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/>
              <a:t>Target Market:</a:t>
            </a:r>
            <a:r>
              <a:rPr lang="en-US" sz="2200"/>
              <a:t> Highlights customers who are still with the bank but have a high chance of leaving.The group that needs more attention.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5022027"/>
            <a:ext cx="8229600" cy="931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 vs Predicted Churns</a:t>
            </a:r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left clustered bar chart shows the actual customer status  how many customers stayed (0) and how many churned (1) based on real data.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right clustered bar chart shows the model’s predictions  how many customers were predicted to stay (0) and how many were predicted to churn (1).</a:t>
            </a:r>
            <a:endParaRPr/>
          </a:p>
        </p:txBody>
      </p:sp>
      <p:pic>
        <p:nvPicPr>
          <p:cNvPr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204840"/>
            <a:ext cx="8229600" cy="1381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Table</a:t>
            </a:r>
            <a:endParaRPr/>
          </a:p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This table shows detailed customer data like age, balance, credit score, and prediction.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We can filter any column to analyze specific patterns or customer segments.</a:t>
            </a:r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1" y="3429000"/>
            <a:ext cx="8229600" cy="2343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Descriptive Analytics</a:t>
            </a:r>
            <a:endParaRPr/>
          </a:p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dashboard shows what happened in the past.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We can see how many customers churned and how many were retained.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It gives a clear picture of actual and predicted churn numbers.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Diagnostic Analytics</a:t>
            </a:r>
            <a:endParaRPr/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Customers may churn due to low engagement, fewer products, or inactivity.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By analyzing top features like 'NumOfProducts' and 'IsActiveMember',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we can understand why churn happened.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Predictive Analytics</a:t>
            </a:r>
            <a:endParaRPr/>
          </a:p>
        </p:txBody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The model predicts future churns based on past data.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Banks should focus on high-risk customers to reduce churn rate.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Prescriptive Analytics</a:t>
            </a:r>
            <a:endParaRPr/>
          </a:p>
        </p:txBody>
      </p:sp>
      <p:sp>
        <p:nvSpPr>
          <p:cNvPr id="142" name="Google Shape;142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Since ‘NumOfProducts’ has the highest feature importance,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banks should improve and promote their product offerings.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-US" sz="2400"/>
              <a:t>By encouraging customers to use more products, churn can be reduced.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The dashboard provides a clear understanding of customer behavior and churn trends.</a:t>
            </a:r>
            <a:br>
              <a:rPr lang="en-US" sz="2400"/>
            </a:br>
            <a:r>
              <a:rPr lang="en-US" sz="2400"/>
              <a:t>By analyzing key factors such as age, balance, number of products, and activity status, we can identify customers most likely to leave the bank.</a:t>
            </a:r>
            <a:br>
              <a:rPr lang="en-US" sz="2400"/>
            </a:br>
            <a:r>
              <a:rPr lang="en-US" sz="2400"/>
              <a:t>The predictive model helps in forecasting future churns, allowing management to take proactive steps to retain valuable customers.</a:t>
            </a:r>
            <a:br>
              <a:rPr lang="en-US" sz="2400"/>
            </a:br>
            <a:r>
              <a:rPr lang="en-US" sz="2400"/>
              <a:t>Focusing on improving products and customer engagement can effectively reduce churn and increase overall customer satisfaction.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0" y="1588959"/>
            <a:ext cx="9144000" cy="344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 sz="6600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Ease</dc:creator>
</cp:coreProperties>
</file>